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76000" cy="42804004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69487" y="8040544"/>
            <a:ext cx="7782369" cy="749730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53938" y="467733"/>
            <a:ext cx="29368136" cy="4520330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7288" y="6772880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37288" y="14326954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7288" y="22234121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88" y="30498989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37288" y="38421742"/>
            <a:ext cx="9367047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11280" y="736261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1280" y="20128406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511280" y="3272715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413274" y="7456127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413274" y="17641273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413274" y="26226750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413274" y="31277242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413274" y="36030139"/>
            <a:ext cx="9295048" cy="71999"/>
          </a:xfrm>
          <a:prstGeom prst="rect">
            <a:avLst/>
          </a:prstGeom>
          <a:solidFill>
            <a:srgbClr val="FCFC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ig_failure_funnel_dev6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73879" y="8009309"/>
            <a:ext cx="8569876" cy="6855900"/>
          </a:xfrm>
          <a:prstGeom prst="rect">
            <a:avLst/>
          </a:prstGeom>
        </p:spPr>
      </p:pic>
      <p:pic>
        <p:nvPicPr>
          <p:cNvPr id="18" name="Picture 17" descr="fig_fhr_real_witness_ka95aa62f67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73879" y="20774936"/>
            <a:ext cx="8569876" cy="541255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076092" y="932217"/>
            <a:ext cx="24174848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Learning What to Change: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From Visual Reasoning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344" y="2197467"/>
            <a:ext cx="1597027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to Scientific Hypothesis Revision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26767" y="3308636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817170" y="3308636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67825" y="3945056"/>
            <a:ext cx="2479122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Executable reasoning, failure diagnosis and generalization across semantic domains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D03B3B"/>
                </a:solidFill>
                <a:latin typeface="Arial"/>
              </a:rPr>
              <a:t> </a:t>
            </a:r>
            <a:r>
              <a:rPr sz="3790" b="0" i="0">
                <a:solidFill>
                  <a:srgbClr val="D03B3B"/>
                </a:solidFill>
                <a:latin typeface="Arial"/>
              </a:rPr>
              <a:t>REVIEW DRAFT, 19 October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76092" y="932217"/>
            <a:ext cx="24174848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Learning What to Change:</a:t>
            </a:r>
            <a:r>
              <a:rPr sz="7950" b="1" i="0">
                <a:solidFill>
                  <a:srgbClr val="0B0B0B"/>
                </a:solidFill>
                <a:latin typeface="Arial"/>
              </a:rPr>
              <a:t> </a:t>
            </a:r>
            <a:r>
              <a:rPr sz="7950" b="1" i="0">
                <a:solidFill>
                  <a:srgbClr val="0B0B0B"/>
                </a:solidFill>
                <a:latin typeface="Arial"/>
              </a:rPr>
              <a:t>From Visual Reasoning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344" y="2197467"/>
            <a:ext cx="15970270" cy="10096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7950" b="1" i="0">
                <a:solidFill>
                  <a:srgbClr val="0B0B0B"/>
                </a:solidFill>
                <a:latin typeface="Arial"/>
              </a:rPr>
              <a:t>to Scientific Hypothesis Revision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26767" y="3308636"/>
            <a:ext cx="6542409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Chimdi Walter Ndubuisi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817170" y="3308636"/>
            <a:ext cx="5983006" cy="6250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4920" b="0" i="0">
                <a:solidFill>
                  <a:srgbClr val="0B0B0B"/>
                </a:solidFill>
                <a:latin typeface="Arial"/>
              </a:rPr>
              <a:t>University of Missouri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67825" y="3945056"/>
            <a:ext cx="24791221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0" i="0">
                <a:solidFill>
                  <a:srgbClr val="52514E"/>
                </a:solidFill>
                <a:latin typeface="Arial"/>
              </a:rPr>
              <a:t>Executable reasoning, failure diagnosis and generalization across semantic domains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  <a:r>
              <a:rPr sz="3790" b="0" i="0">
                <a:solidFill>
                  <a:srgbClr val="D03B3B"/>
                </a:solidFill>
                <a:latin typeface="Arial"/>
              </a:rPr>
              <a:t> </a:t>
            </a:r>
            <a:r>
              <a:rPr sz="3790" b="0" i="0">
                <a:solidFill>
                  <a:srgbClr val="D03B3B"/>
                </a:solidFill>
                <a:latin typeface="Arial"/>
              </a:rPr>
              <a:t>REVIEW DRAFT, 19 October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9997" y="5977332"/>
            <a:ext cx="304278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010" y="7145908"/>
            <a:ext cx="869285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How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learn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about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things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010" y="7614043"/>
            <a:ext cx="736982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never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explicitly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programmed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understand?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00183" y="7614043"/>
            <a:ext cx="99267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Three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010" y="8082191"/>
            <a:ext cx="96707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parts: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810" y="8550340"/>
            <a:ext cx="315964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1.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17313" y="8550340"/>
            <a:ext cx="5175235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induce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entities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68792" y="9018488"/>
            <a:ext cx="517451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from sparse data of a new kind?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810" y="9576779"/>
            <a:ext cx="858777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2.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Rules: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 it discover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 executable rules that 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368792" y="10044927"/>
            <a:ext cx="1554125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on them?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4810" y="10603219"/>
            <a:ext cx="8587819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3.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Revision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transfer: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when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fails,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tell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368792" y="11071355"/>
            <a:ext cx="822396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1">
                <a:solidFill>
                  <a:srgbClr val="0B0B0B"/>
                </a:solidFill>
                <a:latin typeface="Arial"/>
              </a:rPr>
              <a:t>which</a:t>
            </a:r>
            <a:r>
              <a:rPr sz="2840" b="0" i="1">
                <a:solidFill>
                  <a:srgbClr val="0B0B0B"/>
                </a:solidFill>
                <a:latin typeface="Arial"/>
              </a:rPr>
              <a:t> </a:t>
            </a:r>
            <a:r>
              <a:rPr sz="2840" b="0" i="1">
                <a:solidFill>
                  <a:srgbClr val="0B0B0B"/>
                </a:solidFill>
                <a:latin typeface="Arial"/>
              </a:rPr>
              <a:t>part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change,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does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procedure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68792" y="11539503"/>
            <a:ext cx="821325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carry over to a domain whose meaning is different?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0010" y="11981401"/>
            <a:ext cx="8329987" cy="31251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These questions were shaped in discussion with Toni Kazic.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010" y="13531305"/>
            <a:ext cx="811758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Why one solved puzzle proves little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0010" y="14708171"/>
            <a:ext cx="869285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Several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every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demonstration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still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0010" y="15176320"/>
            <a:ext cx="869285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disagree on the test.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On 60 exposed ARC-AGI-2 train-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0010" y="15644468"/>
            <a:ext cx="8692851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ing tasks, CORA’s object reasoner had demonstration-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010" y="16112604"/>
            <a:ext cx="8692720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fitting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were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all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wrong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26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(with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010" y="16580752"/>
            <a:ext cx="2871022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its frozen assets).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00010" y="17193133"/>
            <a:ext cx="869285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come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three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different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places,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010" y="17661281"/>
            <a:ext cx="4991330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each needs a different change: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7210" y="18237607"/>
            <a:ext cx="678215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representation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(which objects exist);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07210" y="18795899"/>
            <a:ext cx="549159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rule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(what happens to them);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07210" y="19354190"/>
            <a:ext cx="7219208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the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evidence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(the examples do not decide).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0010" y="19930516"/>
            <a:ext cx="8271314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The wrong revision can break what already worked.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0010" y="21531885"/>
            <a:ext cx="3470697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this sits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07210" y="22748719"/>
            <a:ext cx="848552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Popper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(Cropper &amp; Morel 2021):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program induction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96669" y="23216868"/>
            <a:ext cx="5544484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that learns from failed hypotheses.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7210" y="23775159"/>
            <a:ext cx="8485382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DreamCoder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(Ellis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al.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2021),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LILO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(Grand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al.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296669" y="24243307"/>
            <a:ext cx="6820996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2024):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growing reusable program libraries.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07211" y="24801599"/>
            <a:ext cx="8485576" cy="3608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Model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Discovery</a:t>
            </a:r>
            <a:r>
              <a:rPr sz="2840" b="1" i="0">
                <a:solidFill>
                  <a:srgbClr val="0B0B0B"/>
                </a:solidFill>
                <a:latin typeface="Arial"/>
              </a:rPr>
              <a:t> </a:t>
            </a:r>
            <a:r>
              <a:rPr sz="2840" b="1" i="0">
                <a:solidFill>
                  <a:srgbClr val="0B0B0B"/>
                </a:solidFill>
                <a:latin typeface="Arial"/>
              </a:rPr>
              <a:t>Agent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(Murphy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2026):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model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in-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96669" y="25269747"/>
            <a:ext cx="8295835" cy="360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adequacy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driving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hypothesis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revision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experi-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96669" y="25737895"/>
            <a:ext cx="211521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ment design.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7211" y="26296187"/>
            <a:ext cx="8485509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• Frontier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neural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reasoners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strong;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com-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96669" y="26764322"/>
            <a:ext cx="3967957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parisons, not straw men.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0010" y="27339695"/>
            <a:ext cx="869265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The narrower question here: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choosing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which component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 re-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0010" y="27744585"/>
            <a:ext cx="869281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vise,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showing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choice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beats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equally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equipped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0010" y="28149460"/>
            <a:ext cx="553546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system that does not use the diagnosis.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010" y="29703138"/>
            <a:ext cx="7919977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Seven capabilities, seven statuses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00010" y="31117474"/>
            <a:ext cx="135336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capability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113670" y="31117474"/>
            <a:ext cx="88459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status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0010" y="31782509"/>
            <a:ext cx="229935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failure diagnosis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113670" y="31782509"/>
            <a:ext cx="214528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built, with limits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010" y="32268362"/>
            <a:ext cx="334816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independent verification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13670" y="32268362"/>
            <a:ext cx="427852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built: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engine gate, rebuilt folds,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113527" y="32673249"/>
            <a:ext cx="174026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removal test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00010" y="33159101"/>
            <a:ext cx="298439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program construction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13670" y="33159101"/>
            <a:ext cx="394100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1 synthetic + 1 exposed real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13527" y="33563988"/>
            <a:ext cx="3594713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task;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0 of 58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independent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0010" y="34049841"/>
            <a:ext cx="243811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revision selection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13527" y="34050098"/>
            <a:ext cx="233998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established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0010" y="34535690"/>
            <a:ext cx="33859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representation induction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13527" y="34535947"/>
            <a:ext cx="127711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built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0010" y="35021555"/>
            <a:ext cx="263218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grammar induction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13527" y="35021555"/>
            <a:ext cx="3969756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built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; Step B is testing 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13527" y="35426429"/>
            <a:ext cx="2104971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route (running)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00010" y="35912294"/>
            <a:ext cx="252218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transfer to biology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13527" y="35912552"/>
            <a:ext cx="1544004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not tested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0010" y="37618339"/>
            <a:ext cx="309711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message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00010" y="38802654"/>
            <a:ext cx="869285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Intelligence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may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require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more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finding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answer.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0010" y="39270799"/>
            <a:ext cx="8692850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It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may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require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recognizing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when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concepts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0010" y="39738935"/>
            <a:ext cx="869285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rules used to build the answer are inadequate, and de-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0010" y="40207083"/>
            <a:ext cx="4110392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ciding what must change.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73879" y="5977332"/>
            <a:ext cx="72382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Where CORA fails on real tasks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73879" y="6660567"/>
            <a:ext cx="143981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DONE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873879" y="15156064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Object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reasoner,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exposed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Figure: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with-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73879" y="15560938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assets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(27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all-wrong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fits;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off,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873879" y="15965828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wrong).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submitted,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assets: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26,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right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873879" y="16370703"/>
            <a:ext cx="862064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25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wrong.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accepted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correct,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73879" y="16775591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candidate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existed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8.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branch,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873879" y="17180467"/>
            <a:ext cx="229623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 reliable solver.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873879" y="18668200"/>
            <a:ext cx="7323310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Building a missing rule, verified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873879" y="19351434"/>
            <a:ext cx="388994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EB6834"/>
                </a:solidFill>
                <a:latin typeface="Arial"/>
              </a:rPr>
              <a:t>DONE, NARROW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873879" y="26478343"/>
            <a:ext cx="862077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Real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task.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extra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search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73880" y="26883230"/>
            <a:ext cx="86206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built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says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applies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well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what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873880" y="27288108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does: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colour-1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objects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ray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north-west,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others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south-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73880" y="27692998"/>
            <a:ext cx="72833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east.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07055" y="27692998"/>
            <a:ext cx="7687467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installed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reversibly,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rebuilt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3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leave-one-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873880" y="28097872"/>
            <a:ext cx="8620805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out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folds,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correctly.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Limits: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autopsy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73880" y="28502759"/>
            <a:ext cx="86206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selected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exposed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failure-blind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873880" y="28907637"/>
            <a:ext cx="452760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constructor found the same rule.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873880" y="29406276"/>
            <a:ext cx="8620822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1" i="0">
                <a:solidFill>
                  <a:srgbClr val="0B0B0B"/>
                </a:solidFill>
                <a:latin typeface="Arial"/>
              </a:rPr>
              <a:t>Synthetic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task: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single-step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around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minority-colour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873879" y="29811150"/>
            <a:ext cx="342379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cell, 3 of 3 folds, correct.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73879" y="31341541"/>
            <a:ext cx="8270002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Does learning from the failure help?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873879" y="32024789"/>
            <a:ext cx="452940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NOT ESTABLISHED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45011" y="33228836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 frozen 10-case pilot: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 record 2 correct, failure-blind 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1217643" y="33633726"/>
            <a:ext cx="8276880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correct plus 1 tie abstention, 0 wrong, 0 lost.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One discordant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217643" y="34033131"/>
            <a:ext cx="4041509" cy="31798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pair (</a:t>
            </a:r>
            <a:r>
              <a:rPr sz="2480" b="0" i="1">
                <a:solidFill>
                  <a:srgbClr val="0B0B0B"/>
                </a:solidFill>
                <a:latin typeface="Arial"/>
              </a:rPr>
              <a:t>p</a:t>
            </a:r>
            <a:r>
              <a:rPr sz="2480" b="0" i="0">
                <a:solidFill>
                  <a:srgbClr val="0B0B0B"/>
                </a:solidFill>
                <a:latin typeface="Arial"/>
              </a:rPr>
              <a:t> = 0</a:t>
            </a:r>
            <a:r>
              <a:rPr sz="2480" b="0" i="1">
                <a:solidFill>
                  <a:srgbClr val="0B0B0B"/>
                </a:solidFill>
                <a:latin typeface="Arial"/>
              </a:rPr>
              <a:t>.</a:t>
            </a:r>
            <a:r>
              <a:rPr sz="2480" b="0" i="0">
                <a:solidFill>
                  <a:srgbClr val="0B0B0B"/>
                </a:solidFill>
                <a:latin typeface="Arial"/>
              </a:rPr>
              <a:t>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) is not evidence.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1045011" y="34521607"/>
            <a:ext cx="844969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hand-designed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controller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picks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kind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revision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1217643" y="34926497"/>
            <a:ext cx="783154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missed the only task that extra search fixed: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 against 7.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045011" y="35409503"/>
            <a:ext cx="8449702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• Why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rarely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fires: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62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eligible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20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left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1217643" y="35814390"/>
            <a:ext cx="82768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evidence and 39 had evidence no rule fitted.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 25 such real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217643" y="36219268"/>
            <a:ext cx="629270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cases, 18 were inexpressible in the grammar.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873879" y="36769764"/>
            <a:ext cx="8620728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Constructing a rule and learning which revision to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873879" y="37237913"/>
            <a:ext cx="5318026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1" i="0">
                <a:solidFill>
                  <a:srgbClr val="0B0B0B"/>
                </a:solidFill>
                <a:latin typeface="Arial"/>
              </a:rPr>
              <a:t>make are different capabilities.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0775739" y="5914765"/>
            <a:ext cx="8324676" cy="5440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 revision architecture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solid: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built</a:t>
            </a:r>
            <a:r>
              <a:rPr sz="4280" b="0" i="1">
                <a:solidFill>
                  <a:srgbClr val="52514E"/>
                </a:solidFill>
                <a:latin typeface="Arial"/>
              </a:rPr>
              <a:t> </a:t>
            </a:r>
            <a:r>
              <a:rPr sz="4280" b="0" i="1">
                <a:solidFill>
                  <a:srgbClr val="52514E"/>
                </a:solidFill>
                <a:latin typeface="Arial"/>
              </a:rPr>
              <a:t>·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0775738" y="6660567"/>
            <a:ext cx="424045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52514E"/>
                </a:solidFill>
                <a:latin typeface="Arial"/>
              </a:rPr>
              <a:t>dashed:</a:t>
            </a:r>
            <a:r>
              <a:rPr sz="3790" b="1" i="0">
                <a:solidFill>
                  <a:srgbClr val="52514E"/>
                </a:solidFill>
                <a:latin typeface="Arial"/>
              </a:rPr>
              <a:t> </a:t>
            </a:r>
            <a:r>
              <a:rPr sz="3790" b="1" i="0">
                <a:solidFill>
                  <a:srgbClr val="52514E"/>
                </a:solidFill>
                <a:latin typeface="Arial"/>
              </a:rPr>
              <a:t>proposed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0775739" y="16845585"/>
            <a:ext cx="7354081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An independent test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NEGATIVE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0775739" y="18024092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58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training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tasks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chosen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fixed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protocol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0775739" y="18428980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before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run.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construction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produced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cer-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0775739" y="18833856"/>
            <a:ext cx="862063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tified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answer: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learning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failure-blind,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shuffled,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0775739" y="19238745"/>
            <a:ext cx="862059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learns</a:t>
            </a:r>
            <a:r>
              <a:rPr sz="2460" b="0" i="1">
                <a:solidFill>
                  <a:srgbClr val="0B0B0B"/>
                </a:solidFill>
                <a:latin typeface="Arial"/>
              </a:rPr>
              <a:t> </a:t>
            </a:r>
            <a:r>
              <a:rPr sz="2460" b="0" i="1">
                <a:solidFill>
                  <a:srgbClr val="0B0B0B"/>
                </a:solidFill>
                <a:latin typeface="Arial"/>
              </a:rPr>
              <a:t>where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boundary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between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0775739" y="19643621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explained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memorized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objects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all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58,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0775739" y="20048497"/>
            <a:ext cx="8620648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wrong.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Frozen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solved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1.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real-task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solve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did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0775739" y="20453385"/>
            <a:ext cx="8620645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generalize,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failure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record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showed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advantage.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0775739" y="20858261"/>
            <a:ext cx="862063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evaluator-only check that reads the answers suggests why.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0775739" y="21263150"/>
            <a:ext cx="8620639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50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58,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single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grammar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expression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changed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20775739" y="21668026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cells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of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seven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object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views,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5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colour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0775739" y="22072914"/>
            <a:ext cx="8620642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rules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lacks.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Guarded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deeper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programs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were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tested.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20775739" y="22477790"/>
            <a:ext cx="8620636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This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expressivity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hypothesis,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which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points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grammar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0775739" y="22882679"/>
            <a:ext cx="8620537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induction.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Step B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 a separate experiment that extends the lan-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0775739" y="23287555"/>
            <a:ext cx="5961127" cy="3125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guage itself, is still running, with no verdict.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0775739" y="24841226"/>
            <a:ext cx="7748336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Scientific prediction</a:t>
            </a:r>
            <a:r>
              <a:rPr sz="3790" b="1" i="0">
                <a:solidFill>
                  <a:srgbClr val="D03B3B"/>
                </a:solidFill>
                <a:latin typeface="Arial"/>
              </a:rPr>
              <a:t> </a:t>
            </a:r>
            <a:r>
              <a:rPr sz="3790" b="1" i="0">
                <a:solidFill>
                  <a:srgbClr val="D03B3B"/>
                </a:solidFill>
                <a:latin typeface="Arial"/>
              </a:rPr>
              <a:t>PROPOSED,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0775739" y="25524460"/>
            <a:ext cx="3076928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D03B3B"/>
                </a:solidFill>
                <a:latin typeface="Arial"/>
              </a:rPr>
              <a:t>NOT TESTED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0775739" y="26602267"/>
            <a:ext cx="8620633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With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molecular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measurements,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should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0775739" y="27007157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representation, revise its hypothesis, or ask for an experiment?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0775739" y="27412035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What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could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transfer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revision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policy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verification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20775739" y="27816909"/>
            <a:ext cx="86206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interface,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operators.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biological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check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needs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toler-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0775739" y="28221796"/>
            <a:ext cx="8620639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ance, real replicates, held-out conditions and experiments, not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0775739" y="28626674"/>
            <a:ext cx="8620645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exact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match.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problem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contract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(questions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for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Pierce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0775739" y="29031564"/>
            <a:ext cx="666647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Toni) is in review; no biological result is claimed.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0775739" y="30574893"/>
            <a:ext cx="4500559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Benchmark context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0775739" y="31659893"/>
            <a:ext cx="8620751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Official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ARC-AGI-2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public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scores: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native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;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re-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0775739" y="32064768"/>
            <a:ext cx="8620667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production of the published NVARC Qwen3-4B pipeline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27.64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0775738" y="32469655"/>
            <a:ext cx="862065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which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not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CORA</a:t>
            </a:r>
            <a:r>
              <a:rPr sz="2460" b="0" i="0">
                <a:solidFill>
                  <a:srgbClr val="0B0B0B"/>
                </a:solidFill>
                <a:latin typeface="Arial"/>
              </a:rPr>
              <a:t>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CORA-FHR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research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entry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(18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Oc-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0775738" y="32874532"/>
            <a:ext cx="8620759" cy="3127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tober)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scored</a:t>
            </a:r>
            <a:r>
              <a:rPr sz="2460" b="1" i="0">
                <a:solidFill>
                  <a:srgbClr val="0B0B0B"/>
                </a:solidFill>
                <a:latin typeface="Arial"/>
              </a:rPr>
              <a:t> </a:t>
            </a:r>
            <a:r>
              <a:rPr sz="2460" b="1" i="0">
                <a:solidFill>
                  <a:srgbClr val="0B0B0B"/>
                </a:solidFill>
                <a:latin typeface="Arial"/>
              </a:rPr>
              <a:t>0.00</a:t>
            </a:r>
            <a:r>
              <a:rPr sz="2460" b="0" i="0">
                <a:solidFill>
                  <a:srgbClr val="0B0B0B"/>
                </a:solidFill>
                <a:latin typeface="Arial"/>
              </a:rPr>
              <a:t>,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its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local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rehearsal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predicted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(no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new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20775739" y="33279422"/>
            <a:ext cx="8620648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answer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committed).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guarded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rule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came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later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and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is</a:t>
            </a:r>
            <a:r>
              <a:rPr sz="2460" b="0" i="0">
                <a:solidFill>
                  <a:srgbClr val="0B0B0B"/>
                </a:solidFill>
                <a:latin typeface="Arial"/>
              </a:rPr>
              <a:t> </a:t>
            </a:r>
            <a:r>
              <a:rPr sz="2460" b="0" i="0">
                <a:solidFill>
                  <a:srgbClr val="0B0B0B"/>
                </a:solidFill>
                <a:latin typeface="Arial"/>
              </a:rPr>
              <a:t>not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0775739" y="33684297"/>
            <a:ext cx="1279306" cy="3125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60" b="0" i="0">
                <a:solidFill>
                  <a:srgbClr val="0B0B0B"/>
                </a:solidFill>
                <a:latin typeface="Arial"/>
              </a:rPr>
              <a:t>part of it.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0775739" y="35234218"/>
            <a:ext cx="6855984" cy="480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790" b="1" i="0">
                <a:solidFill>
                  <a:srgbClr val="2A78D6"/>
                </a:solidFill>
                <a:latin typeface="Arial"/>
              </a:rPr>
              <a:t>The question I want to pursue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0775739" y="36411076"/>
            <a:ext cx="8620714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reasoning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system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learn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from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the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boundary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be-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0775739" y="36879221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tween what its current knowledge explains and what it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0775739" y="37347369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cannot, decide what must change, and acquire a capa-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20775739" y="37815518"/>
            <a:ext cx="8620711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bility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that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generalizes?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ARC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offers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a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controlled</a:t>
            </a:r>
            <a:r>
              <a:rPr sz="2840" b="0" i="0">
                <a:solidFill>
                  <a:srgbClr val="0B0B0B"/>
                </a:solidFill>
                <a:latin typeface="Arial"/>
              </a:rPr>
              <a:t> </a:t>
            </a:r>
            <a:r>
              <a:rPr sz="2840" b="0" i="0">
                <a:solidFill>
                  <a:srgbClr val="0B0B0B"/>
                </a:solidFill>
                <a:latin typeface="Arial"/>
              </a:rPr>
              <a:t>place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20775739" y="38283650"/>
            <a:ext cx="5987643" cy="3605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40" b="0" i="0">
                <a:solidFill>
                  <a:srgbClr val="0B0B0B"/>
                </a:solidFill>
                <a:latin typeface="Arial"/>
              </a:rPr>
              <a:t>to find out before testing it in science.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0775739" y="38807476"/>
            <a:ext cx="4651232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Every number, with its scope and hash: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20775739" y="39148466"/>
            <a:ext cx="8281215" cy="27835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90" b="0" i="0">
                <a:solidFill>
                  <a:srgbClr val="0B0B0B"/>
                </a:solidFill>
                <a:latin typeface="Courier New"/>
              </a:rPr>
              <a:t>records/CORA_SUMMIT_CLAIM_LEDGER_20261017.md</a:t>
            </a:r>
            <a:r>
              <a:rPr sz="2080" b="0" i="0">
                <a:solidFill>
                  <a:srgbClr val="0B0B0B"/>
                </a:solidFill>
                <a:latin typeface="Arial"/>
              </a:rPr>
              <a:t>.</a:t>
            </a:r>
            <a:r>
              <a:rPr sz="2080" b="0" i="0">
                <a:solidFill>
                  <a:srgbClr val="0B0B0B"/>
                </a:solidFill>
                <a:latin typeface="Arial"/>
              </a:rPr>
              <a:t> </a:t>
            </a:r>
            <a:r>
              <a:rPr sz="2080" b="0" i="0">
                <a:solidFill>
                  <a:srgbClr val="0B0B0B"/>
                </a:solidFill>
                <a:latin typeface="Arial"/>
              </a:rPr>
              <a:t>Authorship and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20775739" y="39490708"/>
            <a:ext cx="4633788" cy="26443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080" b="0" i="0">
                <a:solidFill>
                  <a:srgbClr val="0B0B0B"/>
                </a:solidFill>
                <a:latin typeface="Arial"/>
              </a:rPr>
              <a:t>credits are pending collaborator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Search Is Not Enough (CORA, ARC Prize Research Summit 2026)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