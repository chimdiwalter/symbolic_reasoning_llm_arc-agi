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9487" y="8040544"/>
            <a:ext cx="7782369" cy="7497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3938" y="467733"/>
            <a:ext cx="29368136" cy="452033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7288" y="6772880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143269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22234121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48023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745151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36261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012840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11280" y="327271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745612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1764127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2494614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13274" y="2999663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413274" y="3474953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879" y="8009309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real_witness_ka95aa62f6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20774936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77332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4590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How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about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things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614043"/>
            <a:ext cx="736982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explicitly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programmed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understand?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0183" y="7614043"/>
            <a:ext cx="99267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082191"/>
            <a:ext cx="96707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parts: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810" y="8550340"/>
            <a:ext cx="315964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1.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7313" y="8550340"/>
            <a:ext cx="517523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entities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8792" y="9018488"/>
            <a:ext cx="517451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from sparse data of a new kind?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810" y="9576779"/>
            <a:ext cx="858777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2.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Rules: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 it discover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executable rules that 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68792" y="10044927"/>
            <a:ext cx="155412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 them?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810" y="10603219"/>
            <a:ext cx="858781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3.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Revision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transfer: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8792" y="11071355"/>
            <a:ext cx="822396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1">
                <a:solidFill>
                  <a:srgbClr val="0B0B0B"/>
                </a:solidFill>
                <a:latin typeface="Arial"/>
              </a:rPr>
              <a:t>which</a:t>
            </a:r>
            <a:r>
              <a:rPr sz="2840" b="0" i="1">
                <a:solidFill>
                  <a:srgbClr val="0B0B0B"/>
                </a:solidFill>
                <a:latin typeface="Arial"/>
              </a:rPr>
              <a:t> </a:t>
            </a:r>
            <a:r>
              <a:rPr sz="2840" b="0" i="1">
                <a:solidFill>
                  <a:srgbClr val="0B0B0B"/>
                </a:solidFill>
                <a:latin typeface="Arial"/>
              </a:rPr>
              <a:t>part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change,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does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procedure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8792" y="11539503"/>
            <a:ext cx="821325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carry over to a domain whose meaning is different?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010" y="11981401"/>
            <a:ext cx="832998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These questions were shaped in discussion with Toni Kazic.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10" y="13531305"/>
            <a:ext cx="81175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Why one solved puzzle proves little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10" y="14708171"/>
            <a:ext cx="869285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Several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010" y="15176320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disagree on the test.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 60 exposed ARC-AGI-2 train-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010" y="15644468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tasks, CORA’s object reasoner had demonstration-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010" y="16112604"/>
            <a:ext cx="869272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fitting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all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wrong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26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(with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580752"/>
            <a:ext cx="287102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its frozen assets).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17193133"/>
            <a:ext cx="869285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different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661281"/>
            <a:ext cx="499133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each needs a different change: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7210" y="18237607"/>
            <a:ext cx="678215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(which objects exist);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7210" y="18795899"/>
            <a:ext cx="549159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(what happens to them);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7210" y="19354190"/>
            <a:ext cx="721920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(the examples do not decide).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19930516"/>
            <a:ext cx="827131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 wrong revision can break what already worked.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21531885"/>
            <a:ext cx="3470697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this sits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7210" y="22748719"/>
            <a:ext cx="848532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Popper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(Cropper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&amp;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Morel):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6669" y="23216868"/>
            <a:ext cx="484276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learns from failed hypotheses.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210" y="23775159"/>
            <a:ext cx="8485322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DreamCoder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(Ellis et al.),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LILO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(Grand et al.):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grow-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6669" y="24243307"/>
            <a:ext cx="49022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reusable program libraries.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7210" y="24801599"/>
            <a:ext cx="848555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Model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Discovery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Agent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(Murphy):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model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inade-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669" y="25269747"/>
            <a:ext cx="829583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quacy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driving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hypothesis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experiment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669" y="25737895"/>
            <a:ext cx="121336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design.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7210" y="26296187"/>
            <a:ext cx="848550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Frontier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strong;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96669" y="26764322"/>
            <a:ext cx="396795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parisons, not straw men.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10" y="27339695"/>
            <a:ext cx="8692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 narrower question here: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choosing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which component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 re-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09" y="27744585"/>
            <a:ext cx="86928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vise,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choice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beats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equipped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9" y="28149460"/>
            <a:ext cx="553546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system that does not use the diagnosis.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29703138"/>
            <a:ext cx="76973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achievements, four statuses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1112888"/>
            <a:ext cx="18052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achievement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91211" y="31112888"/>
            <a:ext cx="88459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status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1798170"/>
            <a:ext cx="448322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detect certain reasoning failures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91211" y="31798170"/>
            <a:ext cx="21455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built, with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2304276"/>
            <a:ext cx="47694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 and verify an executable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0010" y="32709153"/>
            <a:ext cx="14227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91262" y="32304276"/>
            <a:ext cx="31084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synthetic and one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91262" y="32709153"/>
            <a:ext cx="318565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exposed real task; 0 of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1262" y="33114043"/>
            <a:ext cx="30740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 on an independent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91262" y="33518918"/>
            <a:ext cx="46769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0010" y="34025027"/>
            <a:ext cx="439165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learn to choose better revisions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010" y="34429901"/>
            <a:ext cx="17605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from 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91262" y="34025284"/>
            <a:ext cx="233998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010" y="34936010"/>
            <a:ext cx="653525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transfer a revision policy to biology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tested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010" y="36648122"/>
            <a:ext cx="309711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message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010" y="37832434"/>
            <a:ext cx="86928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Intelligence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010" y="38300580"/>
            <a:ext cx="869285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concepts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0010" y="3876872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rules used to build the answer are inadequate, and de-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010" y="39236876"/>
            <a:ext cx="411039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ciding what must change.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9" y="59773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9" y="6660567"/>
            <a:ext cx="143981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9" y="15156064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Object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reasoner,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Figure: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with-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9" y="1556093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all-wrong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9" y="1596582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submitted,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9" y="16370703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correct,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73879" y="16775591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branch,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73879" y="17180467"/>
            <a:ext cx="229623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 reliable solver.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73879" y="18668200"/>
            <a:ext cx="73233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Building a missing rule, verified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3879" y="19351434"/>
            <a:ext cx="388994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DONE, NARROW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3879" y="26478343"/>
            <a:ext cx="862077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extra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3880" y="26883230"/>
            <a:ext cx="86206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says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applies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what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80" y="2728810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does: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colour-1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north-west,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others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south-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80" y="27692998"/>
            <a:ext cx="72833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east.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807055" y="27692998"/>
            <a:ext cx="76874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reversibly,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73880" y="28097872"/>
            <a:ext cx="8620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correctly.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Limits: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autopsy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73880" y="2850275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selected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873880" y="28907637"/>
            <a:ext cx="452760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constructor found the same rule.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73880" y="29406276"/>
            <a:ext cx="862082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single-step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minority-colour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73879" y="29811150"/>
            <a:ext cx="34237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cell, 3 of 3 folds, correct.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3879" y="31341541"/>
            <a:ext cx="827000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Does learning from the failure help?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73879" y="32024789"/>
            <a:ext cx="452940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ESTABLISHED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045011" y="3322883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 frozen 10-case pilot: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 record 2 correct, failure-blind 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217643" y="33633726"/>
            <a:ext cx="827688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 plus 1 tie abstention, 0 wrong, 0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 discordant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217643" y="34033131"/>
            <a:ext cx="4041509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 (</a:t>
            </a:r>
            <a:r>
              <a:rPr sz="2480" b="0" i="1">
                <a:solidFill>
                  <a:srgbClr val="0B0B0B"/>
                </a:solidFill>
                <a:latin typeface="Arial"/>
              </a:rPr>
              <a:t>p</a:t>
            </a:r>
            <a:r>
              <a:rPr sz="2480" b="0" i="0">
                <a:solidFill>
                  <a:srgbClr val="0B0B0B"/>
                </a:solidFill>
                <a:latin typeface="Arial"/>
              </a:rPr>
              <a:t> = 0</a:t>
            </a:r>
            <a:r>
              <a:rPr sz="2480" b="0" i="1">
                <a:solidFill>
                  <a:srgbClr val="0B0B0B"/>
                </a:solidFill>
                <a:latin typeface="Arial"/>
              </a:rPr>
              <a:t>.</a:t>
            </a:r>
            <a:r>
              <a:rPr sz="248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) is not evidence.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45011" y="34521607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hand-designed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217643" y="34926497"/>
            <a:ext cx="78315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missed the only task that extra search fixed: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 against 7.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45011" y="35409503"/>
            <a:ext cx="844970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Why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rarely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left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7643" y="35814390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evidence and 39 had evidence no rule fitted.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 25 such real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17643" y="36219268"/>
            <a:ext cx="629270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cases, 18 were inexpressible in the grammar.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3879" y="36769764"/>
            <a:ext cx="862072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Constructing a rule and learning which revision to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73879" y="37237913"/>
            <a:ext cx="531802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make are different capabilities.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775739" y="5914765"/>
            <a:ext cx="8324676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revision architecture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solid: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built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8" y="6660567"/>
            <a:ext cx="424045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52514E"/>
                </a:solidFill>
                <a:latin typeface="Arial"/>
              </a:rPr>
              <a:t>dashed: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proposed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16845585"/>
            <a:ext cx="735408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An independent test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NEGATIVE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75739" y="18024092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chosen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protocol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775739" y="18428980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before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cer-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775739" y="18833856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tified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shuffled,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75739" y="19238732"/>
            <a:ext cx="862059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between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775739" y="19643621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explained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58,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775739" y="20048497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real-task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775739" y="20453385"/>
            <a:ext cx="815937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generalize,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advantage.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137136" y="20453385"/>
            <a:ext cx="25924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0775739" y="20858261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forensic check that reads the answers shows why: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56 of the 58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775739" y="21263150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need operations the grammar cannot express.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language’s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775739" y="21668026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reach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bottleneck,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grammar-induction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ques-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75739" y="22072914"/>
            <a:ext cx="64145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tion.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775739" y="23560634"/>
            <a:ext cx="77483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Scientific prediction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PROPOSED,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4243881"/>
            <a:ext cx="307692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TESTED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25321677"/>
            <a:ext cx="862063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molecular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measurements,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775739" y="25726566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representation, revise its hypothesis, or ask for an experiment?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26131443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transfer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policy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verification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26536330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biological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toler-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26941205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ance, real replicates, held-out conditions and experiments, not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27346095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match.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(questions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Pierce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27750972"/>
            <a:ext cx="66664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Toni) is in review; no biological result is claimed.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29294301"/>
            <a:ext cx="450055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Benchmark context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0379299"/>
            <a:ext cx="86207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ARC-AGI-2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re-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0784176"/>
            <a:ext cx="862066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production of the published NVARC Qwen3-4B pipeline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8" y="31189063"/>
            <a:ext cx="86206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CORA-FHR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entry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Oc-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8" y="31593941"/>
            <a:ext cx="86207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tober)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rehearsal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3199882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committed).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guarded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32403705"/>
            <a:ext cx="127930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part of it.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33953626"/>
            <a:ext cx="68559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 I want to pursue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39" y="35130497"/>
            <a:ext cx="86207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be-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35598630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tween what its current knowledge explains and what it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775739" y="36066778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cannot, decide what must change, and acquire a capa-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775739" y="36534926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bility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generalizes?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offers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controlled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775739" y="37003074"/>
            <a:ext cx="598764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find out before testing it in science.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0775739" y="37526884"/>
            <a:ext cx="4651232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its scope and hash: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0775739" y="37867874"/>
            <a:ext cx="8281215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records/CORA_SUMMIT_CLAIM_LEDGER_20261017.md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</a:t>
            </a:r>
            <a:r>
              <a:rPr sz="2080" b="0" i="0">
                <a:solidFill>
                  <a:srgbClr val="0B0B0B"/>
                </a:solidFill>
                <a:latin typeface="Arial"/>
              </a:rPr>
              <a:t>Authorship and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775739" y="38210117"/>
            <a:ext cx="463378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credits are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