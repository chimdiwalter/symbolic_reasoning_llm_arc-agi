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95" y="18037111"/>
            <a:ext cx="7804286" cy="914787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034" y="30308026"/>
            <a:ext cx="7913295" cy="14484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938" y="467733"/>
            <a:ext cx="29368136" cy="4530204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678275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1745282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054913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1280" y="667889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2139506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413274" y="679020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13274" y="2130128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2914461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3579594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synthetic_v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7325610"/>
            <a:ext cx="8569876" cy="3247532"/>
          </a:xfrm>
          <a:prstGeom prst="rect">
            <a:avLst/>
          </a:prstGeom>
        </p:spPr>
      </p:pic>
      <p:pic>
        <p:nvPicPr>
          <p:cNvPr id="15" name="Picture 14" descr="fig_funnel_reach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879" y="12279711"/>
            <a:ext cx="8569876" cy="5683181"/>
          </a:xfrm>
          <a:prstGeom prst="rect">
            <a:avLst/>
          </a:prstGeom>
        </p:spPr>
      </p:pic>
      <p:pic>
        <p:nvPicPr>
          <p:cNvPr id="16" name="Picture 15" descr="fig_kf89_training_demonstra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879" y="22041583"/>
            <a:ext cx="8569876" cy="4826193"/>
          </a:xfrm>
          <a:prstGeom prst="rect">
            <a:avLst/>
          </a:prstGeom>
        </p:spPr>
      </p:pic>
      <p:pic>
        <p:nvPicPr>
          <p:cNvPr id="17" name="Picture 16" descr="fig_kf89_variant_admiss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9" y="27332117"/>
            <a:ext cx="8569876" cy="7757994"/>
          </a:xfrm>
          <a:prstGeom prst="rect">
            <a:avLst/>
          </a:prstGeom>
        </p:spPr>
      </p:pic>
      <p:pic>
        <p:nvPicPr>
          <p:cNvPr id="18" name="Picture 17" descr="fig_negative_control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75739" y="7436908"/>
            <a:ext cx="8569876" cy="1001322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21849" y="932217"/>
            <a:ext cx="23283307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103" y="2197467"/>
            <a:ext cx="25114855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Before Constructing Verified Reasoning 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67" y="3324281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7170" y="3324281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4452" y="3960702"/>
            <a:ext cx="2013800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1849" y="932217"/>
            <a:ext cx="23283307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Failure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103" y="2197467"/>
            <a:ext cx="25114855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Before Constructing Verified Reasoning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6767" y="3324281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7170" y="3324281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94452" y="3960702"/>
            <a:ext cx="2013800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997" y="5987210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010" y="7159356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How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can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a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reasoning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system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know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10" y="7716073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existing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way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of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solving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problems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10" y="827278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adequate, and acquire a better one without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829493"/>
            <a:ext cx="8692565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compromising the evidence used to judge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10" y="9386210"/>
            <a:ext cx="579578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010" y="10089802"/>
            <a:ext cx="701535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 failed solve can need different responses: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7210" y="10557950"/>
            <a:ext cx="350498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search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4018" y="10557950"/>
            <a:ext cx="46087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expressible,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6669" y="11026099"/>
            <a:ext cx="265574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search missed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7210" y="11584390"/>
            <a:ext cx="8485527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6669" y="12052538"/>
            <a:ext cx="213540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screened out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7210" y="12610830"/>
            <a:ext cx="848563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executable capability construction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language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6669" y="13078978"/>
            <a:ext cx="114557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lacks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7211" y="13637269"/>
            <a:ext cx="8485531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insufficiency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examples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underdeter-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6669" y="14105418"/>
            <a:ext cx="214045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mine the rule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7211" y="14663709"/>
            <a:ext cx="368230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certification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9480" y="14663709"/>
            <a:ext cx="451318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valid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6669" y="15131845"/>
            <a:ext cx="11657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checks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010" y="16657142"/>
            <a:ext cx="36033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CORA loop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10" y="27413442"/>
            <a:ext cx="509637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Solid: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00290" y="27413442"/>
            <a:ext cx="33925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010" y="27818320"/>
            <a:ext cx="86926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general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failure-type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010" y="28223210"/>
            <a:ext cx="206526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010" y="29772037"/>
            <a:ext cx="80935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claims, four kinds of evidence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30985355"/>
            <a:ext cx="39672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(a)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extension causes the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31390232"/>
            <a:ext cx="77240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13527" y="30985355"/>
            <a:ext cx="37022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development 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13527" y="31390232"/>
            <a:ext cx="37331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 without it, or with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3527" y="31795110"/>
            <a:ext cx="31428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compute; not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3527" y="32199997"/>
            <a:ext cx="115742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certified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010" y="32604871"/>
            <a:ext cx="328596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(b)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real failure trace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10" y="33009761"/>
            <a:ext cx="109273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matters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13527" y="32604871"/>
            <a:ext cx="34694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demonstrations-only and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13527" y="33009761"/>
            <a:ext cx="42660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shuffled failures never gave 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3527" y="33414639"/>
            <a:ext cx="39500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accepted, used extension (4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13527" y="33819526"/>
            <a:ext cx="88428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010" y="34224400"/>
            <a:ext cx="333378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(c)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 bounded semantic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10" y="34629290"/>
            <a:ext cx="13789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extension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13527" y="3422465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5034168"/>
            <a:ext cx="392411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retention and later reuse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13527" y="35034425"/>
            <a:ext cx="13530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untested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73879" y="5976873"/>
            <a:ext cx="58487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has been measured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73879" y="10863996"/>
            <a:ext cx="862064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3879" y="11268871"/>
            <a:ext cx="8620646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ery deliberately wrong extension it was given (5 of 5, 28 of 28).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73879" y="18228436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constructed extension was accepted and used by the un-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3879" y="18633324"/>
            <a:ext cx="86206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survived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3879" y="19038200"/>
            <a:ext cx="845624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new ARC 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certified training score stays 185/1,000.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3879" y="20591868"/>
            <a:ext cx="813922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right view was cut, not missing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873879" y="35380965"/>
            <a:ext cx="862063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four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73879" y="35785843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der.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 only demonstrations 0 and 2,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 1 and 3,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finer views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3879" y="36190730"/>
            <a:ext cx="862064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become eligible and fill the four slots.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colour-layer view S6,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3879" y="36590138"/>
            <a:ext cx="8620654" cy="317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where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lives, is never searched.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Two of the four slots are du-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3880" y="37000482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plicates: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S2 and S5 give the reasoner exactly S1’s input there.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3880" y="37530636"/>
            <a:ext cx="547202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Can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neural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model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pick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view?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565702" y="37530378"/>
            <a:ext cx="138587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here.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171416" y="37530378"/>
            <a:ext cx="132305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pre-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73879" y="37935253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registered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(35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cases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different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3879" y="38340143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view), the fixed order picked right 35 times; a frozen Qwen2.5-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73879" y="38745017"/>
            <a:ext cx="862064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1.5B 19 times,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 only once when shown the reasoner’s real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73879" y="39149908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failure record (a shuffled record did the same); I-JEPA 3 times.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775739" y="5987210"/>
            <a:ext cx="80911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Negative controls before any repair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775739" y="17740983"/>
            <a:ext cx="862063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 task gained.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Forcing one view to be searched first harmed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75739" y="18145872"/>
            <a:ext cx="862063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 of 24 tasks: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 of the 7 natively correct tasks lost their answer,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775739" y="18550748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rejected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became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acceptance.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variant-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775739" y="18955624"/>
            <a:ext cx="640107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first repair we had built was therefore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775739" y="20505546"/>
            <a:ext cx="7432935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a valid repair must respect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946884" y="21803117"/>
            <a:ext cx="844969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inner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outer,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selects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representation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19515" y="22208005"/>
            <a:ext cx="559823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its own training demonstrations only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946884" y="22691011"/>
            <a:ext cx="8449693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Anchoring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parent’s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fold’s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119515" y="23095900"/>
            <a:ext cx="808990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held-out demonstration: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forensic only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 never a certificate.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946885" y="23578906"/>
            <a:ext cx="844969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Removing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duplicate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reaches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pairs,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119517" y="23983782"/>
            <a:ext cx="3816010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data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alone.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5141304" y="23983782"/>
            <a:ext cx="425507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Tested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119517" y="24388671"/>
            <a:ext cx="827686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119517" y="24793547"/>
            <a:ext cx="793362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acceptances) through the coarse views it let in: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rejected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946882" y="25276565"/>
            <a:ext cx="844969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Observed,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theorem: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removing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demonstration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made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119513" y="25681441"/>
            <a:ext cx="827687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724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compar-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119513" y="26086317"/>
            <a:ext cx="345692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isons (pooled coverage).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75739" y="27759062"/>
            <a:ext cx="83858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portable controller?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BIOLOGICAL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75739" y="28442298"/>
            <a:ext cx="615113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APPLICATION: UNTESTED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438945" y="29900804"/>
            <a:ext cx="1681853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2A78D6"/>
                </a:solidFill>
                <a:latin typeface="Arial"/>
              </a:rPr>
              <a:t>implemented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315935" y="29952239"/>
            <a:ext cx="1152707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D03B3B"/>
                </a:solidFill>
                <a:latin typeface="Arial"/>
              </a:rPr>
              <a:t>untested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775739" y="31986280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hypothesis: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certificate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775739" y="32391157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interfaces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portable;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775739" y="32796035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typed adapters, training-only diagnosis, held-out perturbations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775739" y="33200922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 cell states, and confounder controls.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biological data or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775739" y="33605796"/>
            <a:ext cx="24856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result exists here.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75739" y="35030959"/>
            <a:ext cx="5395605" cy="544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Not claimed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evidence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0775739" y="36178523"/>
            <a:ext cx="857094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Official Kaggle ARC-AGI-2 score of the native solver (October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775739" y="36583401"/>
            <a:ext cx="846403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2026):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ARC-AGI-2 solve or score gain; no semantic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775739" y="36988288"/>
            <a:ext cx="788779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invention; no automatic failure-type controller; no domain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775739" y="37393165"/>
            <a:ext cx="82112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generality; no results from the separate VDCG project.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775739" y="37798052"/>
            <a:ext cx="6472324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120-task pilot is frozen and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has not been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775739" y="38270426"/>
            <a:ext cx="4459777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commit and hash: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775739" y="38611416"/>
            <a:ext cx="8583243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records/CORA_SUMMIT_POSTER_EVIDENCE_20261012.md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; figure hashes: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775739" y="38953048"/>
            <a:ext cx="341502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figures/PROVENANCE.json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