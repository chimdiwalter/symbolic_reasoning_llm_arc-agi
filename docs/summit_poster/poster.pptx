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9302361"/>
            <a:ext cx="7804286" cy="952745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2071115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5795476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804802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8718098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219398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908056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94417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255936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804802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156063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090772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3681521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8590862"/>
            <a:ext cx="8569876" cy="3247532"/>
          </a:xfrm>
          <a:prstGeom prst="rect">
            <a:avLst/>
          </a:prstGeom>
        </p:spPr>
      </p:pic>
      <p:pic>
        <p:nvPicPr>
          <p:cNvPr id="16" name="Picture 15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3544962"/>
            <a:ext cx="8569876" cy="5683181"/>
          </a:xfrm>
          <a:prstGeom prst="rect">
            <a:avLst/>
          </a:prstGeom>
        </p:spPr>
      </p:pic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3205864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witness_dev_D3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75739" y="16252947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997" y="725246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42461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98132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53803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94755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10" y="10651459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10" y="11355065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210" y="11823213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4018" y="11823213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291348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84964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317788"/>
            <a:ext cx="213540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0" y="1387608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34422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90251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6669" y="15370667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7211" y="1592895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9480" y="1592895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6669" y="16397107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92239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905827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0290" y="2905827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463159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29868034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416863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010" y="3263018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010" y="33035059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263018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3035059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13527" y="33439949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3527" y="3384482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010" y="34249714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010" y="34654588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4249714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4654588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13527" y="35059466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3527" y="3546435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3586923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627412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86948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6678995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13527" y="36679252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8284605"/>
            <a:ext cx="591217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Repairs tested before use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155" y="39582179"/>
            <a:ext cx="85215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Forcing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43786" y="39987056"/>
            <a:ext cx="83487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3786" y="40391943"/>
            <a:ext cx="314530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run.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1155" y="40874953"/>
            <a:ext cx="852155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Fold-local removal of duplicate views: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 1, harmed 4 of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43786" y="41279827"/>
            <a:ext cx="19821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41.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724212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1212924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12534136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79" y="19493698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79" y="1989857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73879" y="20303463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73879" y="218571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73879" y="30352618"/>
            <a:ext cx="862064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checks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8" y="30757505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fied, and switching leave-one-out off would add 2 right answers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8" y="31162383"/>
            <a:ext cx="862073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ones.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“fits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demos”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8" y="31567270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 the programs memorize.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21 of 25 use constant parame-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8" y="31972147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keyed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8" y="32377034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shape, and each leave-one-out fold rebuilds a different one (59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8" y="32781912"/>
            <a:ext cx="24987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74 failed folds).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5011" y="33280551"/>
            <a:ext cx="84497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Native’s own relational re-search finds no program (0 of 11).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5011" y="33763557"/>
            <a:ext cx="72949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Three times the search budget fixes none (0 of 14).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5011" y="34246576"/>
            <a:ext cx="84497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Given the true answer as a demonstration (diagnostic only),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7642" y="34651453"/>
            <a:ext cx="82768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17642" y="35056328"/>
            <a:ext cx="1591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more case.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045011" y="3553934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The view-admission failure we first traced explains only 7 of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217642" y="35944224"/>
            <a:ext cx="20424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76 failed folds.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78" y="36442863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guides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78" y="36847741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order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(Qwen2.5-1.5B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I-JEPA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pre-registered,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78" y="37252628"/>
            <a:ext cx="14749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synthetic).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75739" y="7252460"/>
            <a:ext cx="718388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Competition status, 14 October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8421420"/>
            <a:ext cx="6456945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OFFICIAL KAGGLE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native CORA v23: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41" y="8920060"/>
            <a:ext cx="8620622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NEURAL_TTT_BASELINE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41" y="9334483"/>
            <a:ext cx="8620666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NVARC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Qwen3-4B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test-time-training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42" y="9739373"/>
            <a:ext cx="8620797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NVARC’s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42" y="10144248"/>
            <a:ext cx="862064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score.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240-task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stand-in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decoded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42" y="10549138"/>
            <a:ext cx="6298331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259 genuine predictions, 0 fallbacks) in 4.3 h.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42" y="11038228"/>
            <a:ext cx="862081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whole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harness: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44" y="11452652"/>
            <a:ext cx="862064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layer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44" y="11857526"/>
            <a:ext cx="194527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977115" y="11857526"/>
            <a:ext cx="641926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Reordering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already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44" y="12262416"/>
            <a:ext cx="862063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(shadow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study):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44" y="12667291"/>
            <a:ext cx="712899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C2-dev, none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Engineering only; not submitted.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9" y="14220978"/>
            <a:ext cx="817191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Constructing the missing operation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14904214"/>
            <a:ext cx="656894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SYNTHETIC DEVELOPMENT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775739" y="21956355"/>
            <a:ext cx="862054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(CORA-FHR):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declared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37,750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22361231"/>
            <a:ext cx="360506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operators;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628766" y="22361231"/>
            <a:ext cx="476761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memorized-growth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9" y="22766120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unchanged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23170996"/>
            <a:ext cx="845250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engine; leave-one-out that rebuilds the operator in every fold.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946884" y="23669637"/>
            <a:ext cx="374330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One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complete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witness.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946635" y="23669637"/>
            <a:ext cx="284282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045860" y="23669637"/>
            <a:ext cx="135055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con-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119515" y="24074525"/>
            <a:ext cx="827687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structed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119515" y="24479401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reproduces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times,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119515" y="24884290"/>
            <a:ext cx="827686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folds rebuild it and predict exactly.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committed answer is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119515" y="25289166"/>
            <a:ext cx="7395264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correct, and removing the operator removes the gain.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946884" y="25772172"/>
            <a:ext cx="84496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119515" y="26177059"/>
            <a:ext cx="42800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extra search: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 of 15.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946884" y="26660068"/>
            <a:ext cx="84495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yet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shown: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matters.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119515" y="27064955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119515" y="27469830"/>
            <a:ext cx="82768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corpus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authentic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de-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119515" y="27874707"/>
            <a:ext cx="50313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sign.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prospective test is sealed.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9522139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30205374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438945" y="31663893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315935" y="31715316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33749360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Portable: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repair-and-verification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op-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34154247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held-out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perturbations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states,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34559124"/>
            <a:ext cx="73130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 result exists here.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6050224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7197788"/>
            <a:ext cx="80921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CORA solve or score gain on ARC-AGI-2; no semantic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7602662"/>
            <a:ext cx="86018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no evidence yet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8007552"/>
            <a:ext cx="79940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that failure records cause a gain; the neural score is not 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8412427"/>
            <a:ext cx="76377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 result; no domain generality; no results from the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8817317"/>
            <a:ext cx="845303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41" y="39222191"/>
            <a:ext cx="20302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41" y="39694578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41" y="40035571"/>
            <a:ext cx="728987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and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41" y="40377188"/>
            <a:ext cx="7438654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records/CORA_FAILURE_FUNNEL_20261014.md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40718804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