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95" y="19302361"/>
            <a:ext cx="7804286" cy="952745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4034" y="32071115"/>
            <a:ext cx="7913295" cy="14484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938" y="467733"/>
            <a:ext cx="29368136" cy="5795476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7288" y="8048026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288" y="18718098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88" y="32193989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7288" y="39080567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1280" y="794417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1280" y="2255936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413274" y="804802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13274" y="1560635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3274" y="3090772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13274" y="36815214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ig_synthetic_v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879" y="8590862"/>
            <a:ext cx="8569876" cy="3247532"/>
          </a:xfrm>
          <a:prstGeom prst="rect">
            <a:avLst/>
          </a:prstGeom>
        </p:spPr>
      </p:pic>
      <p:pic>
        <p:nvPicPr>
          <p:cNvPr id="16" name="Picture 15" descr="fig_funnel_reach_v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879" y="13544962"/>
            <a:ext cx="8569876" cy="5683181"/>
          </a:xfrm>
          <a:prstGeom prst="rect">
            <a:avLst/>
          </a:prstGeom>
        </p:spPr>
      </p:pic>
      <p:pic>
        <p:nvPicPr>
          <p:cNvPr id="17" name="Picture 16" descr="fig_failure_funnel_dev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879" y="23205864"/>
            <a:ext cx="8569876" cy="6855900"/>
          </a:xfrm>
          <a:prstGeom prst="rect">
            <a:avLst/>
          </a:prstGeom>
        </p:spPr>
      </p:pic>
      <p:pic>
        <p:nvPicPr>
          <p:cNvPr id="18" name="Picture 17" descr="fig_fhr_witness_dev_D3_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75739" y="16252947"/>
            <a:ext cx="8569876" cy="54125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86393" y="932217"/>
            <a:ext cx="25154226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12077" y="2197467"/>
            <a:ext cx="390269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Failures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6522" y="3462729"/>
            <a:ext cx="24714014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and Constructing Verifiable Executable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6767" y="4589544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17172" y="4589544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4453" y="5225951"/>
            <a:ext cx="20138000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6393" y="932217"/>
            <a:ext cx="25154226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Reasoning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12077" y="2197467"/>
            <a:ext cx="390269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Failures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6522" y="3462729"/>
            <a:ext cx="24714014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and Constructing Verifiable Executable Capabilities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6767" y="4589544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17172" y="4589544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4453" y="5225951"/>
            <a:ext cx="20138000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9997" y="7252460"/>
            <a:ext cx="304278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010" y="8424619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How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can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a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reasoning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system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know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when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10" y="8981323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existing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way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of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solving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problems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in-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010" y="9538039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adequate, and acquire a better one without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010" y="10094755"/>
            <a:ext cx="8692565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compromising the evidence used to judge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010" y="10651459"/>
            <a:ext cx="579578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010" y="11355065"/>
            <a:ext cx="701535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 failed solve can need different responses: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7210" y="11823213"/>
            <a:ext cx="350498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search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4018" y="11823213"/>
            <a:ext cx="460873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answer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expressible,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6669" y="12291348"/>
            <a:ext cx="265574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search missed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7210" y="12849640"/>
            <a:ext cx="8485527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needed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6669" y="13317788"/>
            <a:ext cx="2135406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screened out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7210" y="13876080"/>
            <a:ext cx="848563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executable capability construction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 language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6669" y="14344228"/>
            <a:ext cx="114557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lacks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7211" y="14902519"/>
            <a:ext cx="8485531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evidence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insufficiency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examples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underdeter-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6669" y="15370667"/>
            <a:ext cx="2140455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mine the rule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7211" y="15928959"/>
            <a:ext cx="368230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certification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failure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9480" y="15928959"/>
            <a:ext cx="451318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valid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candidate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6669" y="16397107"/>
            <a:ext cx="1165763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checks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010" y="17922392"/>
            <a:ext cx="360339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CORA loop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010" y="29058272"/>
            <a:ext cx="509637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Solid: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measured.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00290" y="29058272"/>
            <a:ext cx="33925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Dashed: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010" y="29463159"/>
            <a:ext cx="869261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automated.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general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failure-type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10" y="29868034"/>
            <a:ext cx="2065260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10" y="31416863"/>
            <a:ext cx="809354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claims, four kinds of evidence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010" y="32630185"/>
            <a:ext cx="396725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(a)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extension causes the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010" y="33035059"/>
            <a:ext cx="77240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3527" y="32630185"/>
            <a:ext cx="370224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development only: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13527" y="33035059"/>
            <a:ext cx="37331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 without it, or with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13527" y="33439949"/>
            <a:ext cx="31428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matched compute; not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13527" y="33844827"/>
            <a:ext cx="115742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certified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0010" y="34249714"/>
            <a:ext cx="328596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(b)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real failure trace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010" y="34654588"/>
            <a:ext cx="109273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matters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13527" y="34249714"/>
            <a:ext cx="34694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demonstrations-only and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13527" y="34654588"/>
            <a:ext cx="426602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shuffled failures never gave 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13527" y="35059466"/>
            <a:ext cx="395006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accepted, used extension (4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3527" y="35464356"/>
            <a:ext cx="88428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tasks)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010" y="35869230"/>
            <a:ext cx="333378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(c)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a bounded semantic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010" y="36274120"/>
            <a:ext cx="137899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extension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13527" y="35869488"/>
            <a:ext cx="233998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established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0010" y="36678995"/>
            <a:ext cx="392411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(d)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retention and later reuse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13527" y="36679252"/>
            <a:ext cx="135305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untested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010" y="38284605"/>
            <a:ext cx="591217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Repairs tested before use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71155" y="39582179"/>
            <a:ext cx="852156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Forcing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first: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43786" y="39987056"/>
            <a:ext cx="834873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lost,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false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43786" y="40391943"/>
            <a:ext cx="3145306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acceptance).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 run.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1155" y="40874953"/>
            <a:ext cx="852155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Fold-local removal of duplicate views: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gained 1, harmed 4 of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43786" y="41279827"/>
            <a:ext cx="198213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41.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Rejected.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73879" y="7242123"/>
            <a:ext cx="58487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What has been measured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73879" y="12129246"/>
            <a:ext cx="8620645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only.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repaired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also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ev-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73879" y="12534136"/>
            <a:ext cx="8620646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ery deliberately wrong extension it was given (5 of 5, 28 of 28).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73879" y="19493698"/>
            <a:ext cx="862064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One constructed extension was accepted and used by the un-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73879" y="19898574"/>
            <a:ext cx="862067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changed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survived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adaptive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leave-one-out.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73879" y="20303463"/>
            <a:ext cx="8456248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new ARC solve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certified training score stays 185/1,000.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73879" y="21857132"/>
            <a:ext cx="72382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CORA fails on real tasks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873879" y="30352618"/>
            <a:ext cx="862064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checks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problem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certi-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73878" y="30757505"/>
            <a:ext cx="862064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fied, and switching leave-one-out off would add 2 right answers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873878" y="31162383"/>
            <a:ext cx="862073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ones.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rules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“fits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demos”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73878" y="31567270"/>
            <a:ext cx="86206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tasks the programs memorize.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21 of 25 use constant parame-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73878" y="31972147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ters,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mostly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grown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pattern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keyed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colour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exact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873878" y="32377034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shape, and each leave-one-out fold rebuilds a different one (59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73878" y="32781912"/>
            <a:ext cx="24987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of 74 failed folds).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45011" y="33280551"/>
            <a:ext cx="844970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Native’s own relational re-search finds no program (0 of 11).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5011" y="33763557"/>
            <a:ext cx="729495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Three times the search budget fixes none (0 of 14).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5011" y="34246576"/>
            <a:ext cx="844970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Given the true answer as a demonstration (diagnostic only),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217642" y="34651453"/>
            <a:ext cx="827687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27,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24,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217642" y="35056328"/>
            <a:ext cx="159181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more case.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045011" y="35539346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The view-admission failure we first traced explains only 7 of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217642" y="35944224"/>
            <a:ext cx="20424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76 failed folds.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873878" y="36442863"/>
            <a:ext cx="86206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neural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guides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did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better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fixed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73878" y="36847741"/>
            <a:ext cx="862065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order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(Qwen2.5-1.5B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35,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I-JEPA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35;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pre-registered,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73878" y="37252628"/>
            <a:ext cx="147493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synthetic).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775739" y="7252460"/>
            <a:ext cx="718388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Competition status, 14 October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775739" y="8421420"/>
            <a:ext cx="6456945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OFFICIAL KAGGLE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native CORA v23: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775741" y="8920060"/>
            <a:ext cx="8620622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NEURAL_TTT_BASELINE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</a:t>
            </a:r>
            <a:r>
              <a:rPr sz="2480" b="0" i="1">
                <a:solidFill>
                  <a:srgbClr val="0B0B0B"/>
                </a:solidFill>
                <a:latin typeface="Arial"/>
              </a:rPr>
              <a:t>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reproduction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0775741" y="9334483"/>
            <a:ext cx="8620523" cy="312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NVARC Qwen3-4B test-time-training pipeline,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not 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 sub-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775741" y="9739373"/>
            <a:ext cx="8620827" cy="312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mitted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October,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score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pending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240-task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stand-in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775742" y="10144248"/>
            <a:ext cx="8620648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decoded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every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(259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259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genuine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predictions,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fall-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775742" y="10549138"/>
            <a:ext cx="2163731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backs) in 4.3 h.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775742" y="11038228"/>
            <a:ext cx="8620816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</a:t>
            </a:r>
            <a:r>
              <a:rPr sz="2480" b="0" i="1">
                <a:solidFill>
                  <a:srgbClr val="0B0B0B"/>
                </a:solidFill>
                <a:latin typeface="Arial"/>
              </a:rPr>
              <a:t>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whole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harness: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775744" y="11452652"/>
            <a:ext cx="8620647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because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pipeline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layer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775744" y="11857526"/>
            <a:ext cx="1945279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first.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977115" y="11857526"/>
            <a:ext cx="6419267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Reordering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already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produces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775744" y="12262416"/>
            <a:ext cx="8620638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(shadow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study):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775744" y="12667291"/>
            <a:ext cx="7128998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C2-dev, none lost.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Engineering only; not submitted.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775739" y="14220978"/>
            <a:ext cx="817191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Constructing the missing operation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775739" y="14904214"/>
            <a:ext cx="656894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EB6834"/>
                </a:solidFill>
                <a:latin typeface="Arial"/>
              </a:rPr>
              <a:t>SYNTHETIC DEVELOPMENT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0775739" y="21956355"/>
            <a:ext cx="8620540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(CORA-FHR):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declared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grammar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37,750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0775739" y="22361231"/>
            <a:ext cx="3605060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typed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growth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operators;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4628766" y="22361231"/>
            <a:ext cx="476761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CORA’s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own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memorized-growth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775739" y="22766120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record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reversible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installation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unchanged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775739" y="23170996"/>
            <a:ext cx="8452507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engine; leave-one-out that rebuilds the operator in every fold.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946884" y="23669637"/>
            <a:ext cx="374330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One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complete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witness.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4946635" y="23669637"/>
            <a:ext cx="284282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fails.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8045860" y="23669637"/>
            <a:ext cx="135055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con-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1119515" y="24074525"/>
            <a:ext cx="827687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structed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perturbed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shapes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119515" y="24479401"/>
            <a:ext cx="827687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reproduces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times,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existing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8).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1119515" y="24884290"/>
            <a:ext cx="827686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folds rebuild it and predict exactly.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committed answer is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119515" y="25289166"/>
            <a:ext cx="7395264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correct, and removing the operator removes the gain.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0946884" y="25772172"/>
            <a:ext cx="84496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certificates,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1119515" y="26177059"/>
            <a:ext cx="428009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Matched extra search: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 of 15.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0946884" y="26660068"/>
            <a:ext cx="844953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yet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shown: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record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matters.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1119515" y="27064955"/>
            <a:ext cx="82768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failure-blind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found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119515" y="27469830"/>
            <a:ext cx="82768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corpus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equals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authentic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arm’s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de-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119515" y="27874707"/>
            <a:ext cx="503139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sign.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prospective test is sealed.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775739" y="29522139"/>
            <a:ext cx="838586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portable controller?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BIOLOGICAL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0775739" y="30205374"/>
            <a:ext cx="615113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APPLICATION: UNTESTED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1438945" y="31663893"/>
            <a:ext cx="1681853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2A78D6"/>
                </a:solidFill>
                <a:latin typeface="Arial"/>
              </a:rPr>
              <a:t>implemented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315935" y="31715316"/>
            <a:ext cx="1152707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D03B3B"/>
                </a:solidFill>
                <a:latin typeface="Arial"/>
              </a:rPr>
              <a:t>untested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775739" y="33749360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Portable: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repair-and-verification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contract,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op-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0775739" y="34154247"/>
            <a:ext cx="86206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erators.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held-out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perturbations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states,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0775739" y="34559124"/>
            <a:ext cx="73130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 controls.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 biological data or result exists here.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775739" y="36050224"/>
            <a:ext cx="5395605" cy="544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Not claimed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evidence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775739" y="37197788"/>
            <a:ext cx="809217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No CORA solve or score gain on ARC-AGI-2; no semantic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0775739" y="37602662"/>
            <a:ext cx="860189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invention; no automatic failure-type controller; no evidence yet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775739" y="38007552"/>
            <a:ext cx="79940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that failure records cause a gain; the neural score is not 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0775739" y="38412427"/>
            <a:ext cx="763777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CORA result; no domain generality; no results from the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0775739" y="38817317"/>
            <a:ext cx="845303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separate VDCG project.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120-task pilot is frozen and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has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0775741" y="39222191"/>
            <a:ext cx="203027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been 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0775741" y="39694578"/>
            <a:ext cx="4459778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Every number, with commit and hash: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0775741" y="40035571"/>
            <a:ext cx="728987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records/CORA_SUMMIT_POSTER_EVIDENCE_20261012.md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 and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775741" y="40377188"/>
            <a:ext cx="7438654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records/CORA_FAILURE_FUNNEL_20261014.md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; figure hashes: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0775739" y="40718804"/>
            <a:ext cx="341502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figures/PROVENANCE.json</a:t>
            </a:r>
            <a:r>
              <a:rPr sz="208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Search Is Not Enough (CORA, ARC Prize Research Summit 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